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73" r:id="rId6"/>
    <p:sldId id="303" r:id="rId7"/>
    <p:sldId id="282" r:id="rId8"/>
    <p:sldId id="274" r:id="rId9"/>
    <p:sldId id="287" r:id="rId10"/>
    <p:sldId id="304" r:id="rId11"/>
    <p:sldId id="305" r:id="rId12"/>
    <p:sldId id="306" r:id="rId13"/>
    <p:sldId id="307" r:id="rId14"/>
    <p:sldId id="28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72" autoAdjust="0"/>
  </p:normalViewPr>
  <p:slideViewPr>
    <p:cSldViewPr>
      <p:cViewPr varScale="1">
        <p:scale>
          <a:sx n="73" d="100"/>
          <a:sy n="73" d="100"/>
        </p:scale>
        <p:origin x="17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00A39-C010-4ACB-890F-2930E6D939D9}" type="datetimeFigureOut">
              <a:rPr lang="en-IN" smtClean="0"/>
              <a:pPr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937E5-59E1-476B-A93B-AEE3AA299D1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546B2-83A6-4C34-BB78-5EC716AE01F1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85D-D7E0-44BA-BBA0-F883A3EA287A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0B23-2D51-40BA-B23C-2606EBA0FFB2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575FD4E-276E-4C0D-A1FA-7C81740113BC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A894-2DC2-494D-914B-34FC20B606ED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B3BAC-683D-4E0B-B89A-3B4B9EAFC0C8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7DD3-F863-49AC-B008-E91D604A679A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016AF-14E0-4929-9413-4A3CDEBDF6CB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IN"/>
              <a:t>Group no.  ( Project Title)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B4627EF-91FE-47C7-A992-DB68C3759100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IN"/>
              <a:t>Group no.  ( Project Title)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5679-683A-4496-BD3F-D2BAD31881CE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0D89-547F-4572-AB10-57B3DEC6F594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 no.  ( Project Title)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5D43A2D-C656-4313-9F39-EB6E62B858E1}" type="datetime1">
              <a:rPr lang="en-IN" smtClean="0"/>
              <a:pPr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Group no.  ( Project Title)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CD6AF6-42B2-4836-889F-3B89BBAF99A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lutter.dev/docs" TargetMode="External"/><Relationship Id="rId7" Type="http://schemas.openxmlformats.org/officeDocument/2006/relationships/hyperlink" Target="https://supabase.com/docs/guides/database" TargetMode="External"/><Relationship Id="rId2" Type="http://schemas.openxmlformats.org/officeDocument/2006/relationships/hyperlink" Target="https://spring.io/projects/spring-bo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.dev/packages/flutter_map" TargetMode="External"/><Relationship Id="rId5" Type="http://schemas.openxmlformats.org/officeDocument/2006/relationships/hyperlink" Target="https://www.postgresql.org/docs/" TargetMode="External"/><Relationship Id="rId4" Type="http://schemas.openxmlformats.org/officeDocument/2006/relationships/hyperlink" Target="https://ai.google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5786" y="2643182"/>
            <a:ext cx="7715304" cy="3643338"/>
          </a:xfrm>
        </p:spPr>
        <p:txBody>
          <a:bodyPr>
            <a:noAutofit/>
          </a:bodyPr>
          <a:lstStyle/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rgbClr val="C00000"/>
                </a:solidFill>
              </a:rPr>
              <a:t>Presentation of project work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By:- </a:t>
            </a:r>
          </a:p>
          <a:p>
            <a:r>
              <a:rPr lang="en-US" dirty="0">
                <a:solidFill>
                  <a:schemeClr val="tx1"/>
                </a:solidFill>
              </a:rPr>
              <a:t>Akshat Kumar Gupta 2200460100019</a:t>
            </a:r>
          </a:p>
          <a:p>
            <a:r>
              <a:rPr lang="en-US" dirty="0">
                <a:solidFill>
                  <a:schemeClr val="tx1"/>
                </a:solidFill>
              </a:rPr>
              <a:t>Vishesh Srivastava 2200460100122</a:t>
            </a:r>
          </a:p>
          <a:p>
            <a:r>
              <a:rPr lang="en-US" dirty="0">
                <a:solidFill>
                  <a:schemeClr val="tx1"/>
                </a:solidFill>
              </a:rPr>
              <a:t>Aman </a:t>
            </a:r>
            <a:r>
              <a:rPr lang="en-US" dirty="0" err="1">
                <a:solidFill>
                  <a:schemeClr val="tx1"/>
                </a:solidFill>
              </a:rPr>
              <a:t>verma</a:t>
            </a:r>
            <a:r>
              <a:rPr lang="en-US" dirty="0">
                <a:solidFill>
                  <a:schemeClr val="tx1"/>
                </a:solidFill>
              </a:rPr>
              <a:t> 2200460100023</a:t>
            </a:r>
          </a:p>
          <a:p>
            <a:r>
              <a:rPr lang="en-US" dirty="0">
                <a:solidFill>
                  <a:schemeClr val="tx1"/>
                </a:solidFill>
              </a:rPr>
              <a:t>Parakh </a:t>
            </a:r>
            <a:r>
              <a:rPr lang="en-US" dirty="0" err="1">
                <a:solidFill>
                  <a:schemeClr val="tx1"/>
                </a:solidFill>
              </a:rPr>
              <a:t>kumar</a:t>
            </a:r>
            <a:r>
              <a:rPr lang="en-US" dirty="0">
                <a:solidFill>
                  <a:schemeClr val="tx1"/>
                </a:solidFill>
              </a:rPr>
              <a:t> Srivastava 2200460100075</a:t>
            </a:r>
          </a:p>
          <a:p>
            <a:r>
              <a:rPr lang="en-US" dirty="0">
                <a:solidFill>
                  <a:schemeClr val="tx1"/>
                </a:solidFill>
              </a:rPr>
              <a:t>Anshul </a:t>
            </a:r>
            <a:r>
              <a:rPr lang="en-US" dirty="0" err="1">
                <a:solidFill>
                  <a:schemeClr val="tx1"/>
                </a:solidFill>
              </a:rPr>
              <a:t>yadav</a:t>
            </a:r>
            <a:r>
              <a:rPr lang="en-US" dirty="0">
                <a:solidFill>
                  <a:schemeClr val="tx1"/>
                </a:solidFill>
              </a:rPr>
              <a:t> 2200460100030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Under guidance of :-</a:t>
            </a:r>
          </a:p>
          <a:p>
            <a:r>
              <a:rPr lang="en-US" dirty="0">
                <a:solidFill>
                  <a:schemeClr val="tx1"/>
                </a:solidFill>
              </a:rPr>
              <a:t>MR. Rahul Dubey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381000"/>
            <a:ext cx="8568952" cy="1752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Vari – Geo-Spatial Health Surveillance System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OUTLINES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80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Introduction</a:t>
            </a:r>
            <a:endParaRPr lang="en-IN" dirty="0"/>
          </a:p>
          <a:p>
            <a:r>
              <a:rPr lang="en-US" dirty="0"/>
              <a:t>Literature survey</a:t>
            </a:r>
          </a:p>
          <a:p>
            <a:r>
              <a:rPr lang="en-US" dirty="0"/>
              <a:t>Inferences drawn out of literature survey</a:t>
            </a:r>
          </a:p>
          <a:p>
            <a:r>
              <a:rPr lang="en-US" dirty="0"/>
              <a:t>Comparative analysis of existing systems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Solution approach </a:t>
            </a:r>
          </a:p>
          <a:p>
            <a:r>
              <a:rPr lang="en-US" dirty="0"/>
              <a:t>Real world application </a:t>
            </a:r>
          </a:p>
          <a:p>
            <a:r>
              <a:rPr lang="en-US" dirty="0"/>
              <a:t>Software and Hardware requirements</a:t>
            </a:r>
          </a:p>
          <a:p>
            <a:r>
              <a:rPr lang="en-US" dirty="0"/>
              <a:t>Modules and architectural description</a:t>
            </a:r>
          </a:p>
          <a:p>
            <a:r>
              <a:rPr lang="en-US" dirty="0"/>
              <a:t>Project progress status </a:t>
            </a:r>
          </a:p>
          <a:p>
            <a:r>
              <a:rPr lang="en-US" dirty="0"/>
              <a:t>References </a:t>
            </a:r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VARI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INTRODUCTION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28799"/>
            <a:ext cx="8503920" cy="525632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"Vari" is an Epidemiological Early-Warning System designed to track water quality and correlate it with waterborne disease outbreaks in real-time.</a:t>
            </a:r>
          </a:p>
          <a:p>
            <a:pPr marL="0" indent="0" algn="just">
              <a:buNone/>
            </a:pPr>
            <a:endParaRPr lang="en-IN" sz="2400" dirty="0"/>
          </a:p>
          <a:p>
            <a:pPr algn="just"/>
            <a:r>
              <a:rPr lang="en-US" sz="2400" dirty="0"/>
              <a:t>It empowers rural ASHA workers to log water parameters (pH, TDS, Turbidity) and patient health records simultaneously.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The system uses automatic GPS Geolocation to map outbreak origins instantly.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Features a centralized Web Command Center for health officials to view heatmaps and AI-driven risk analytics.</a:t>
            </a:r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IN" sz="2400" dirty="0"/>
          </a:p>
          <a:p>
            <a:pPr algn="just">
              <a:buNone/>
            </a:pPr>
            <a:r>
              <a:rPr lang="en-IN" sz="2400" dirty="0"/>
              <a:t> </a:t>
            </a:r>
          </a:p>
          <a:p>
            <a:pPr algn="just"/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Manual Register Systems: Currently, ASHA workers record patient data in physical ledgers, making district-wide tracking slow and inefficient.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Standalone Water Testing Kits: Field workers capture pH/TDS data, but this environmental data is rarely connected to actual patient health records.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Government HMIS Portals: Health Management Information Systems exist, but they lack real-time geospatial field tracking and predictive AI capabilities.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INFERENCES DRAWN OUT OF LITERATURE SURVEY</a:t>
            </a:r>
            <a:endParaRPr lang="en-IN" sz="2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2400" b="1" dirty="0"/>
              <a:t>Manual Register Systems</a:t>
            </a:r>
          </a:p>
          <a:p>
            <a:pPr algn="just"/>
            <a:r>
              <a:rPr lang="en-US" sz="2400" b="1" dirty="0"/>
              <a:t>Pro: </a:t>
            </a:r>
            <a:r>
              <a:rPr lang="en-US" sz="2400" dirty="0"/>
              <a:t>Highly accessible and requires zero technological training for grassroots health workers.</a:t>
            </a:r>
          </a:p>
          <a:p>
            <a:pPr algn="just"/>
            <a:r>
              <a:rPr lang="en-US" sz="2400" b="1" dirty="0"/>
              <a:t>Con:</a:t>
            </a:r>
            <a:r>
              <a:rPr lang="en-US" sz="2400" dirty="0"/>
              <a:t> Extremely slow data transmission, making it impossible to track an outbreak in real-time.</a:t>
            </a:r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en-US" sz="2400" b="1" dirty="0"/>
              <a:t>Standalone Water Testing Kits</a:t>
            </a:r>
          </a:p>
          <a:p>
            <a:pPr algn="just"/>
            <a:r>
              <a:rPr lang="en-US" sz="2400" b="1" dirty="0"/>
              <a:t>Pro: </a:t>
            </a:r>
            <a:r>
              <a:rPr lang="en-US" sz="2400" dirty="0"/>
              <a:t>Provides accurate, immediate chemical analysis (pH, TDS) of local water sources.</a:t>
            </a:r>
          </a:p>
          <a:p>
            <a:pPr algn="just"/>
            <a:r>
              <a:rPr lang="en-US" sz="2400" b="1" dirty="0"/>
              <a:t>Con:</a:t>
            </a:r>
            <a:r>
              <a:rPr lang="en-US" sz="2400" dirty="0"/>
              <a:t> Environmental data remains isolated; it is not digitally linked to the medical records of sick patients in the area.</a:t>
            </a:r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en-US" sz="2400" b="1" dirty="0"/>
              <a:t>Government HMIS Portals</a:t>
            </a:r>
          </a:p>
          <a:p>
            <a:pPr algn="just"/>
            <a:r>
              <a:rPr lang="en-US" sz="2400" b="1" dirty="0"/>
              <a:t>Pro:</a:t>
            </a:r>
            <a:r>
              <a:rPr lang="en-US" sz="2400" dirty="0"/>
              <a:t> Offers a massive, centralized database for long-term health record management.</a:t>
            </a:r>
          </a:p>
          <a:p>
            <a:pPr algn="just"/>
            <a:r>
              <a:rPr lang="en-US" sz="2400" b="1" dirty="0"/>
              <a:t>Con:</a:t>
            </a:r>
            <a:r>
              <a:rPr lang="en-US" sz="2400" dirty="0"/>
              <a:t> Lacks real-time AI risk prediction and dynamic geospatial heatmaps, preventing immediate, localized intervention.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COMPARATIVE ANALYSIS EXISTING SYSTEM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A67C410-3033-08BE-13E2-4A4D6641D91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55848787"/>
              </p:ext>
            </p:extLst>
          </p:nvPr>
        </p:nvGraphicFramePr>
        <p:xfrm>
          <a:off x="301751" y="1527174"/>
          <a:ext cx="8534400" cy="4610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20731443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9034634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57662298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692251421"/>
                    </a:ext>
                  </a:extLst>
                </a:gridCol>
              </a:tblGrid>
              <a:tr h="1280945">
                <a:tc>
                  <a:txBody>
                    <a:bodyPr/>
                    <a:lstStyle/>
                    <a:p>
                      <a:r>
                        <a:rPr lang="en-US" b="1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Registers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HMIS Portals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VARI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620012"/>
                  </a:ext>
                </a:extLst>
              </a:tr>
              <a:tr h="914757">
                <a:tc>
                  <a:txBody>
                    <a:bodyPr/>
                    <a:lstStyle/>
                    <a:p>
                      <a:r>
                        <a:rPr lang="en-US" dirty="0"/>
                        <a:t>Real-time GPS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431887"/>
                  </a:ext>
                </a:extLst>
              </a:tr>
              <a:tr h="930260">
                <a:tc>
                  <a:txBody>
                    <a:bodyPr/>
                    <a:lstStyle/>
                    <a:p>
                      <a:r>
                        <a:rPr lang="en-US" dirty="0"/>
                        <a:t>Integrated Water &amp; Health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35772"/>
                  </a:ext>
                </a:extLst>
              </a:tr>
              <a:tr h="742135">
                <a:tc>
                  <a:txBody>
                    <a:bodyPr/>
                    <a:lstStyle/>
                    <a:p>
                      <a:r>
                        <a:rPr lang="en-US" dirty="0"/>
                        <a:t> Visual Heatmap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323967"/>
                  </a:ext>
                </a:extLst>
              </a:tr>
              <a:tr h="742135">
                <a:tc>
                  <a:txBody>
                    <a:bodyPr/>
                    <a:lstStyle/>
                    <a:p>
                      <a:r>
                        <a:rPr lang="en-US" dirty="0"/>
                        <a:t>AI-based Risk Prediction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5194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PROBLEM STATEMENT 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5947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Rural water testing and disease tracking are completely disconnected.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By the time authorities realize a contaminated water source is making people sick, an outbreak has already spread.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There is no unified, mobile-first platform for real-time field data collection and geospatial visualization.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Project Vari proposes a real-time, GPS-enabled bridge to link environmental data directly with patient </a:t>
            </a:r>
            <a:r>
              <a:rPr lang="en-US" sz="2400" dirty="0" err="1"/>
              <a:t>healt</a:t>
            </a: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SOLUTION APPROACH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/>
              <a:t>Strategy</a:t>
            </a:r>
            <a:r>
              <a:rPr lang="en-US" sz="2400" dirty="0"/>
              <a:t>: Build a mobile app for ASHA workers to log water quality and patient data on-site.</a:t>
            </a:r>
          </a:p>
          <a:p>
            <a:pPr algn="just"/>
            <a:r>
              <a:rPr lang="en-US" sz="2400" dirty="0"/>
              <a:t>Use automatic GPS tagging to pinpoint the exact location of the water source.</a:t>
            </a:r>
          </a:p>
          <a:p>
            <a:pPr algn="just"/>
            <a:r>
              <a:rPr lang="en-US" sz="2400" dirty="0"/>
              <a:t>Develop a secure Spring Boot backend to store and link relational data (e.g., linking 1 water source to 5 sick patients).</a:t>
            </a:r>
          </a:p>
          <a:p>
            <a:pPr algn="just"/>
            <a:r>
              <a:rPr lang="en-US" sz="2400" dirty="0"/>
              <a:t>Create a Web Admin Dashboard with heatmaps to visualize critical zones for authorities.</a:t>
            </a:r>
          </a:p>
          <a:p>
            <a:pPr algn="just"/>
            <a:r>
              <a:rPr lang="en-US" sz="2400" dirty="0"/>
              <a:t>Integrate Gemini AI to assess outbreak risks automatically based on the data.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METHODOLOGY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1442295-E1F3-C851-7AA6-08E052BFA97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1988841"/>
            <a:ext cx="878497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REAL WORLD APPLICATION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Intended Users: ASHA workers (data collection), District Medical Officers (monitoring), Water Works Department (action/chlorination).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Benefits: Stops disease outbreaks (Cholera, Typhoid, Jaundice) early by identifying and flagging contaminated sources instantly.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Problem Solved: Bridges the gap in delayed medical response in rural areas by providing a live, actionable surveillance grid.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SOFTWARE AND HARDWARE REQUIREMENTS</a:t>
            </a:r>
            <a:endParaRPr lang="en-IN" sz="2500" dirty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Frontend Support: Flutter, Dart (allows compiling to both Android App and Web Dashboard).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Backend Support: Java 17, Spring Boot, Spring Data JPA, Hibernate.</a:t>
            </a:r>
          </a:p>
          <a:p>
            <a:pPr algn="just"/>
            <a:r>
              <a:rPr lang="en-US" sz="2400" dirty="0"/>
              <a:t>Database: PostgreSQL (</a:t>
            </a:r>
            <a:r>
              <a:rPr lang="en-US" sz="2400" dirty="0" err="1"/>
              <a:t>Supabase</a:t>
            </a:r>
            <a:r>
              <a:rPr lang="en-US" sz="2400" dirty="0"/>
              <a:t> Cloud).</a:t>
            </a:r>
          </a:p>
          <a:p>
            <a:pPr algn="just"/>
            <a:r>
              <a:rPr lang="en-US" sz="2400" dirty="0"/>
              <a:t>External APIs: Gemini AI (Risk Analysis), OpenStreetMap (Heatmaps).</a:t>
            </a:r>
          </a:p>
          <a:p>
            <a:pPr algn="just"/>
            <a:r>
              <a:rPr lang="en-US" sz="2400" dirty="0"/>
              <a:t>Hardware: Android Smartphone (for field data entry), Laptop/PC (for Admin portal).</a:t>
            </a:r>
          </a:p>
          <a:p>
            <a:pPr algn="just"/>
            <a:endParaRPr lang="en-IN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MODULES AND ARCHITECTURAL DESCRIPTION</a:t>
            </a:r>
            <a:endParaRPr lang="en-IN" sz="2500" dirty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b="1" dirty="0"/>
              <a:t>Mobile App Module: </a:t>
            </a:r>
            <a:r>
              <a:rPr lang="en-US" sz="2400" dirty="0"/>
              <a:t>Features form wizards, GPS locator, camera integration for patient images, and secure login.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Web Dashboard Module: </a:t>
            </a:r>
            <a:r>
              <a:rPr lang="en-US" sz="2400" dirty="0"/>
              <a:t>Features live OpenStreetMap integration, analytics grid, and data tables.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Backend API Module: </a:t>
            </a:r>
            <a:r>
              <a:rPr lang="en-US" sz="2400" dirty="0"/>
              <a:t>Handles REST endpoints, relational database mapping, and data logic.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AI Engine Module: </a:t>
            </a:r>
            <a:r>
              <a:rPr lang="en-US" sz="2400" dirty="0"/>
              <a:t>Uses prompt engineering to feed data to Gemini for public health risk assessment.</a:t>
            </a:r>
          </a:p>
          <a:p>
            <a:pPr algn="just"/>
            <a:endParaRPr lang="en-I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PROJECT PROGRESS STATUS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1C029A-4449-62AD-881E-0DFC32841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894379"/>
              </p:ext>
            </p:extLst>
          </p:nvPr>
        </p:nvGraphicFramePr>
        <p:xfrm>
          <a:off x="251520" y="1506517"/>
          <a:ext cx="8640960" cy="4754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647694882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170879285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048023695"/>
                    </a:ext>
                  </a:extLst>
                </a:gridCol>
              </a:tblGrid>
              <a:tr h="7956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190377"/>
                  </a:ext>
                </a:extLst>
              </a:tr>
              <a:tr h="6598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Mobile UI &amp; GPS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425817"/>
                  </a:ext>
                </a:extLst>
              </a:tr>
              <a:tr h="6598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Spring Boot Backend &amp; DB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146595"/>
                  </a:ext>
                </a:extLst>
              </a:tr>
              <a:tr h="6598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Relational Data &amp; Image Uploads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85930"/>
                  </a:ext>
                </a:extLst>
              </a:tr>
              <a:tr h="6598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(Gemini) Risk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412476"/>
                  </a:ext>
                </a:extLst>
              </a:tr>
              <a:tr h="6598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Web Dashboard &amp; Heatmaps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546036"/>
                  </a:ext>
                </a:extLst>
              </a:tr>
              <a:tr h="6598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Offline Mode &amp; Export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7438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SAMPLE FOR REFERENCES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17/03/2026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26MPEC003 (VARI)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6AF6-42B2-4836-889F-3B89BBAF99A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1752" y="1428736"/>
            <a:ext cx="8503920" cy="4929222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[1]	Spring Boot Official Documentation: </a:t>
            </a:r>
            <a:r>
              <a:rPr lang="en-US" sz="1600" dirty="0">
                <a:hlinkClick r:id="rId2"/>
              </a:rPr>
              <a:t>https://spring.io/projects/spring-boot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[2]	</a:t>
            </a:r>
            <a:r>
              <a:rPr lang="en-US" sz="1600" dirty="0"/>
              <a:t>Flutter Architecture and UI Docs: </a:t>
            </a:r>
            <a:r>
              <a:rPr lang="en-US" sz="1600" dirty="0">
                <a:hlinkClick r:id="rId3"/>
              </a:rPr>
              <a:t>https://flutter.dev/docs</a:t>
            </a:r>
            <a:endParaRPr lang="en-IN" sz="1600" dirty="0"/>
          </a:p>
          <a:p>
            <a:pPr marL="0" indent="0" algn="just">
              <a:buNone/>
            </a:pPr>
            <a:endParaRPr lang="en-IN" sz="1600" dirty="0"/>
          </a:p>
          <a:p>
            <a:pPr algn="just"/>
            <a:r>
              <a:rPr lang="en-IN" sz="1600" dirty="0"/>
              <a:t>[3]	</a:t>
            </a:r>
            <a:r>
              <a:rPr lang="it-IT" sz="1600" dirty="0"/>
              <a:t>Google Generative AI (Gemini) API Documentation: </a:t>
            </a:r>
            <a:r>
              <a:rPr lang="it-IT" sz="1600" dirty="0">
                <a:hlinkClick r:id="rId4"/>
              </a:rPr>
              <a:t>https://ai.google.dev/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[4]	PostgreSQL Relational Database Docs: </a:t>
            </a:r>
            <a:r>
              <a:rPr lang="en-IN" sz="1600" dirty="0">
                <a:hlinkClick r:id="rId5"/>
              </a:rPr>
              <a:t>https://www.postgresql.org/docs/</a:t>
            </a:r>
            <a:endParaRPr lang="en-IN" sz="1600" dirty="0"/>
          </a:p>
          <a:p>
            <a:pPr algn="just"/>
            <a:endParaRPr lang="en-US" sz="1600" dirty="0"/>
          </a:p>
          <a:p>
            <a:pPr algn="just"/>
            <a:r>
              <a:rPr lang="en-IN" sz="1600" dirty="0"/>
              <a:t>[5]	</a:t>
            </a:r>
            <a:r>
              <a:rPr lang="en-US" sz="1600" dirty="0"/>
              <a:t> Flutter Map &amp; OpenStreetMap Documentation (for the geospatial heatmaps): </a:t>
            </a:r>
            <a:r>
              <a:rPr lang="en-US" sz="1600" dirty="0">
                <a:hlinkClick r:id="rId6"/>
              </a:rPr>
              <a:t>https://pub.dev/packages/flutter_map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[6] </a:t>
            </a:r>
            <a:r>
              <a:rPr lang="en-US" sz="1600" dirty="0" err="1"/>
              <a:t>Supabase</a:t>
            </a:r>
            <a:r>
              <a:rPr lang="en-US" sz="1600" dirty="0"/>
              <a:t> Cloud Database Documentation (for the PostgreSQL hosting): </a:t>
            </a:r>
            <a:r>
              <a:rPr lang="en-US" sz="1600" dirty="0">
                <a:hlinkClick r:id="rId7"/>
              </a:rPr>
              <a:t>https://supabase.com/docs/guides/database</a:t>
            </a:r>
            <a:endParaRPr lang="en-US" sz="1600" dirty="0"/>
          </a:p>
          <a:p>
            <a:pPr algn="just"/>
            <a:endParaRPr lang="en-IN" sz="1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1745</TotalTime>
  <Words>1003</Words>
  <Application>Microsoft Office PowerPoint</Application>
  <PresentationFormat>On-screen Show (4:3)</PresentationFormat>
  <Paragraphs>184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Georgia</vt:lpstr>
      <vt:lpstr>Wingdings</vt:lpstr>
      <vt:lpstr>Wingdings 2</vt:lpstr>
      <vt:lpstr>Civic</vt:lpstr>
      <vt:lpstr>Vari – Geo-Spatial Health Surveillance System</vt:lpstr>
      <vt:lpstr>OUTLINES </vt:lpstr>
      <vt:lpstr>INTRODUCTION</vt:lpstr>
      <vt:lpstr>LITERATURE SURVEY</vt:lpstr>
      <vt:lpstr>INFERENCES DRAWN OUT OF LITERATURE SURVEY</vt:lpstr>
      <vt:lpstr>COMPARATIVE ANALYSIS EXISTING SYSTEM</vt:lpstr>
      <vt:lpstr>PROBLEM STATEMENT </vt:lpstr>
      <vt:lpstr>SOLUTION APPROACH</vt:lpstr>
      <vt:lpstr>METHODOLOGY</vt:lpstr>
      <vt:lpstr>REAL WORLD APPLICATION</vt:lpstr>
      <vt:lpstr>SOFTWARE AND HARDWARE REQUIREMENTS</vt:lpstr>
      <vt:lpstr>MODULES AND ARCHITECTURAL DESCRIPTION</vt:lpstr>
      <vt:lpstr>PROJECT PROGRESS STATUS </vt:lpstr>
      <vt:lpstr>SAMPLE FOR REFERENCES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Localization in underwater wireless sensor network</dc:title>
  <dc:creator>HP</dc:creator>
  <cp:lastModifiedBy>Parakh Kumar Srivastav</cp:lastModifiedBy>
  <cp:revision>190</cp:revision>
  <dcterms:created xsi:type="dcterms:W3CDTF">2012-04-09T13:42:21Z</dcterms:created>
  <dcterms:modified xsi:type="dcterms:W3CDTF">2026-03-17T04:45:47Z</dcterms:modified>
</cp:coreProperties>
</file>